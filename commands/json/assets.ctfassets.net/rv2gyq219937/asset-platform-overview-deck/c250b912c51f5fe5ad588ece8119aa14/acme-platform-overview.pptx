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9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Acme Cloud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6FF"/>
                </a:solidFill>
              </a:rPr>
              <a:t>Platform Overview · FY26 Sales Deck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Content is scattered across 6+ tools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Sellers spend 30% of their week searching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Decks go stale the moment they ship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Our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One source of truth for every asset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Structured metadata, not folders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Preview anything, download in one click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Headless CMS for content + assets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Next.js frontend on the edge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Search and facets driven by metadata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Customer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62% faster time-to-find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3× more content reuse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Zero broken links after migration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2B59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Discovery workshop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Pilot with one sales region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Roll out globally in 90 days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2026-10-22T21:21:31Z</dcterms:created>
  <dcterms:modified xsi:type="dcterms:W3CDTF">2026-10-22T21:21:31Z</dcterms:modified>
</cp:coreProperties>
</file>